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69C11-BC79-4308-9BFF-7ED6146AE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64482-1D86-4A06-84E2-B5D63DB55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6BA6E-18D8-4D4F-881C-6CF19E44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4B637-97EF-4683-A18D-50A00BE1F94D}" type="datetimeFigureOut">
              <a:rPr lang="en-ID" smtClean="0"/>
              <a:t>18/03/2022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6B3CB-EA0E-4D9A-832F-BBDE94CAB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5350F-4007-4C59-942E-59257EAA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D1AC-3CC5-4032-AB1D-F41B0A17DC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7748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4BF8C-3680-41E7-A4B1-D4A57F57A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20343-B9B6-4266-8F14-6E0DD7BF4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DAB20-A079-4997-81A1-7191ABFC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4B637-97EF-4683-A18D-50A00BE1F94D}" type="datetimeFigureOut">
              <a:rPr lang="en-ID" smtClean="0"/>
              <a:t>18/03/2022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EFB10-3F43-4767-AA54-4E6118196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D4B92-FC07-42CA-85AA-1A5386FA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D1AC-3CC5-4032-AB1D-F41B0A17DC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7165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B3662-3C90-4BFF-B62C-E24A53CC5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B2495-660A-446A-916B-955214CD5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6CA66-22E7-48D3-BABC-DB2C50DAD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4B637-97EF-4683-A18D-50A00BE1F94D}" type="datetimeFigureOut">
              <a:rPr lang="en-ID" smtClean="0"/>
              <a:t>18/03/2022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3DDF5-3294-439F-B9E1-E0D855EE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55CC9-CC9E-4AC8-B102-B00225A08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D1AC-3CC5-4032-AB1D-F41B0A17DC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79843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D0DF-2385-45AD-B209-D2B8F494A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DECEF-BA34-4999-9926-EC35FE3BBA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51146-6F07-4A9F-B694-0F508E695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DD1A6-5627-41F8-A755-E7F5DDF39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4B637-97EF-4683-A18D-50A00BE1F94D}" type="datetimeFigureOut">
              <a:rPr lang="en-ID" smtClean="0"/>
              <a:t>18/03/2022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36028-B008-4622-B632-737574D75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C7F73-4CD7-4A96-B34D-D6D8099B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D1AC-3CC5-4032-AB1D-F41B0A17DC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8653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3B0D8-E7B3-49AE-9E05-AC32B1BB8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EA84B-8B02-42E9-8642-573E16580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515E8-EAB1-48C8-9101-6274E192D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17756B-BBCB-42ED-B25C-157DE02A2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C44DAE-6F0D-45C6-A564-4D4BB40C79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2FE676-D135-4DE4-B778-99D63DE3C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4B637-97EF-4683-A18D-50A00BE1F94D}" type="datetimeFigureOut">
              <a:rPr lang="en-ID" smtClean="0"/>
              <a:t>18/03/2022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12B614-D4E6-4298-9AAE-FD3DD4D20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A8A833-534F-4622-B19A-FDFBD3362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D1AC-3CC5-4032-AB1D-F41B0A17DC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05484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CE6B2-F8B8-4367-85AC-413A747F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45583F-9380-4570-8314-BD9501D67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4B637-97EF-4683-A18D-50A00BE1F94D}" type="datetimeFigureOut">
              <a:rPr lang="en-ID" smtClean="0"/>
              <a:t>18/03/2022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425CA-C2EB-456D-97C9-E8C725760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78E5D-82C0-4BC2-B6AC-46EADBB51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D1AC-3CC5-4032-AB1D-F41B0A17DC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691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F8D917-D9E8-42BC-B59C-ADD43567B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4B637-97EF-4683-A18D-50A00BE1F94D}" type="datetimeFigureOut">
              <a:rPr lang="en-ID" smtClean="0"/>
              <a:t>18/03/2022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6BC75-89CE-42DC-95F5-1E112896D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AFDEC-8C1C-4F37-90CC-5E694DECE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D1AC-3CC5-4032-AB1D-F41B0A17DC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0229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1513A-9D34-4C68-9D66-077F17321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74D07-2CD9-43E1-AE93-F40307370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CE2EB-E4D8-49C3-9078-47863DD2D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F54E4-5C28-40CA-8CBD-7E0660558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4B637-97EF-4683-A18D-50A00BE1F94D}" type="datetimeFigureOut">
              <a:rPr lang="en-ID" smtClean="0"/>
              <a:t>18/03/2022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FD1DB-6492-4833-BE95-8708D35C0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789D3-9C63-418E-A625-FE7B1B89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D1AC-3CC5-4032-AB1D-F41B0A17DC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08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80BB-3B7D-4CD0-83C0-99DB662B4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3F5FCE-2EE9-4C4F-B2C5-175ED66793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98E71-A03B-4D21-ABFC-9E2ED1780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FF6FC-9395-40B9-AB95-96158FD37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4B637-97EF-4683-A18D-50A00BE1F94D}" type="datetimeFigureOut">
              <a:rPr lang="en-ID" smtClean="0"/>
              <a:t>18/03/2022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36134-6D89-41D2-980F-2247457E2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89665-3543-44BF-BF8C-14B4ABCF0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D1AC-3CC5-4032-AB1D-F41B0A17DC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93299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80A0F-70DD-4833-96DE-ED718AF66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A5E95-E81B-4F48-8A01-79C908588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7D29D-BF37-462E-8F48-4B18F81D3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4B637-97EF-4683-A18D-50A00BE1F94D}" type="datetimeFigureOut">
              <a:rPr lang="en-ID" smtClean="0"/>
              <a:t>18/03/2022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90303-CA35-4FED-947A-3397E7F7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0CDC5-66CD-4C8A-BFEE-A7F22246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D1AC-3CC5-4032-AB1D-F41B0A17DC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5582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E31500-CD61-4F4C-9D02-86ABAC77B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0BA2EB-34BC-4E97-A31A-B8592942C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B0657-67D0-471C-BC4D-EC8C1F799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4B637-97EF-4683-A18D-50A00BE1F94D}" type="datetimeFigureOut">
              <a:rPr lang="en-ID" smtClean="0"/>
              <a:t>18/03/2022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F6551-9980-4D0F-9CC8-62B6F59C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B7DF9-909C-4AF5-BB65-2FFB66E4B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1D1AC-3CC5-4032-AB1D-F41B0A17DC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0266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BA327A-265E-491F-B867-0894A8B64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3FF9D-0533-48B0-BEB0-27517205D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A46A7-38A8-4372-82F0-D06E236A4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4B637-97EF-4683-A18D-50A00BE1F94D}" type="datetimeFigureOut">
              <a:rPr lang="en-ID" smtClean="0"/>
              <a:t>18/03/2022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57559-A8C7-41A9-A0F8-3FA921132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70433-C359-44E7-8472-A2C6111CF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1D1AC-3CC5-4032-AB1D-F41B0A17DC0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3090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B75F7-A930-4EE8-966E-35C01DABE7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TES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E3DBAC-19CA-40A4-BCA5-2923B07B79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71155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</dc:title>
  <dc:creator>Ridwan Dwi</dc:creator>
  <cp:lastModifiedBy>Ridwan Dwi</cp:lastModifiedBy>
  <cp:revision>1</cp:revision>
  <dcterms:created xsi:type="dcterms:W3CDTF">2022-03-18T02:40:35Z</dcterms:created>
  <dcterms:modified xsi:type="dcterms:W3CDTF">2022-03-18T02:40:49Z</dcterms:modified>
</cp:coreProperties>
</file>